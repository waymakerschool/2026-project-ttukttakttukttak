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FA8F5"/>
                </a:solidFill>
                <a:latin typeface="Apple SD Gothic Neo"/>
              </a:rPr>
              <a:t>2026 임베디드SW 경진대회 · 자유공모 부문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0584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800" b="1">
                <a:solidFill>
                  <a:srgbClr val="F7F9FC"/>
                </a:solidFill>
                <a:latin typeface="Apple SD Gothic Neo"/>
              </a:rPr>
              <a:t>바이브키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C7D3E0"/>
                </a:solidFill>
                <a:latin typeface="Apple SD Gothic Neo"/>
              </a:rPr>
              <a:t>어르신도 버튼 세 번이면 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2011680" cy="15240"/>
          </a:xfrm>
          <a:prstGeom prst="rect">
            <a:avLst/>
          </a:prstGeom>
          <a:solidFill>
            <a:srgbClr val="6FA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983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7F9FC"/>
                </a:solidFill>
                <a:latin typeface="Apple SD Gothic Neo"/>
              </a:rPr>
              <a:t>팀 뚝딱뚝딱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49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3A1"/>
                </a:solidFill>
                <a:latin typeface="Menlo"/>
              </a:rPr>
              <a:t>USB 물리 버튼 입력기 · 펌웨어 3.1 / 앱 3.1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왜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스마트폰이 어려운 분에게 화면은 벽입니다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34440" y="224028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01418"/>
                </a:solidFill>
                <a:latin typeface="Apple SD Gothic Neo"/>
              </a:rPr>
              <a:t>아이콘 스무 개 중에서 찾아야 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2432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이름이 작고, 비슷하게 생겼습니다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34440" y="338328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01418"/>
                </a:solidFill>
                <a:latin typeface="Apple SD Gothic Neo"/>
              </a:rPr>
              <a:t>화면을 세 번 넘겨야 전화가 걸립니다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76732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중간에 한 번만 잘못 눌러도 처음부터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34440" y="452628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01418"/>
                </a:solidFill>
                <a:latin typeface="Apple SD Gothic Neo"/>
              </a:rPr>
              <a:t>잘못 누르면 무슨 일이 생길지 모릅니다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91032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그래서 아예 시도하지 않게 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B57D0"/>
                </a:solidFill>
                <a:latin typeface="Apple SD Gothic Neo"/>
              </a:rPr>
              <a:t>→ 문제는 앱이 부족한 것이 아니라, 입력 수단이 화면 하나뿐이라는 점입니다.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버튼 세 개, 케이블 하나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0B57D0"/>
                </a:solidFill>
                <a:latin typeface="Menl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01418"/>
                </a:solidFill>
                <a:latin typeface="Apple SD Gothic Neo"/>
              </a:rPr>
              <a:t>전화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20116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62272" y="228600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12703A"/>
                </a:solidFill>
                <a:latin typeface="Menl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31272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01418"/>
                </a:solidFill>
                <a:latin typeface="Apple SD Gothic Neo"/>
              </a:rPr>
              <a:t>문자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2011680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01584" y="228600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B26A00"/>
                </a:solidFill>
                <a:latin typeface="Menl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1584" y="3127248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01418"/>
                </a:solidFill>
                <a:latin typeface="Apple SD Gothic Neo"/>
              </a:rPr>
              <a:t>길찾기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01418"/>
                </a:solidFill>
                <a:latin typeface="Apple SD Gothic Neo"/>
              </a:rPr>
              <a:t>USB로 꽂으면 끝입니다. 인터넷도, 계정도, 충전도 필요 없습니다.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57D0"/>
                </a:solidFill>
                <a:latin typeface="Apple SD Gothic Neo"/>
              </a:rPr>
              <a:t>MCU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8006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1505E"/>
                </a:solidFill>
                <a:latin typeface="Apple SD Gothic Neo"/>
              </a:rPr>
              <a:t>Seeed Studio XIAO ESP32-S3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8464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57D0"/>
                </a:solidFill>
                <a:latin typeface="Apple SD Gothic Neo"/>
              </a:rPr>
              <a:t>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5184648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1505E"/>
                </a:solidFill>
                <a:latin typeface="Apple SD Gothic Neo"/>
              </a:rPr>
              <a:t>USB CDC (네이티브 USB, 0x303A:0x1001)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6869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57D0"/>
                </a:solidFill>
                <a:latin typeface="Apple SD Gothic Neo"/>
              </a:rPr>
              <a:t>전원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568696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1505E"/>
                </a:solidFill>
                <a:latin typeface="Apple SD Gothic Neo"/>
              </a:rPr>
              <a:t>폰에서 공급 — 배터리 없음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5274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57D0"/>
                </a:solidFill>
                <a:latin typeface="Apple SD Gothic Neo"/>
              </a:rPr>
              <a:t>부품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952744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1505E"/>
                </a:solidFill>
                <a:latin typeface="Apple SD Gothic Neo"/>
              </a:rPr>
              <a:t>5종 · 약 14,690원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어떻게 쓰나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버튼 3개로 6가지 — 짧게와 길게를 구분합니다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074920" cy="28346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57D0"/>
                </a:solidFill>
                <a:latin typeface="Apple SD Gothic Neo"/>
              </a:rPr>
              <a:t>짧게 누르기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389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101418"/>
                </a:solidFill>
                <a:latin typeface="Apple SD Gothic Neo"/>
              </a:rPr>
              <a:t>1번 → 전화 앱 (번호까지 채워서)
2번 → 문자 앱
3번 → 길찾기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11680"/>
            <a:ext cx="5074920" cy="28346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29400" y="228600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B26A00"/>
                </a:solidFill>
                <a:latin typeface="Apple SD Gothic Neo"/>
              </a:rPr>
              <a:t>0.7초 이상 길게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43200"/>
            <a:ext cx="4389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101418"/>
                </a:solidFill>
                <a:latin typeface="Apple SD Gothic Neo"/>
              </a:rPr>
              <a:t>1번 → 사용자가 지정한 앱
2번 → 사용자가 지정한 앱
3번 → AI 도우미 (음성)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41505E"/>
                </a:solidFill>
                <a:latin typeface="Apple SD Gothic Neo"/>
              </a:rPr>
              <a:t>무엇을 넣을지는 쓰는 사람이 정합니다. 앱에서 끌어다 놓으면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B93A1"/>
                </a:solidFill>
                <a:latin typeface="Apple SD Gothic Neo"/>
              </a:rPr>
              <a:t>버튼을 늘리지 않고 할 수 있는 일을 늘렸습니다 — 늘어난 버튼은 곧 늘어난 혼란이기 때문입니다.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시스템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세 층이 각자 책임을 집니다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15600" cy="11430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22960" y="2057400"/>
            <a:ext cx="76200" cy="11430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27685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01418"/>
                </a:solidFill>
                <a:latin typeface="Apple SD Gothic Neo"/>
              </a:rPr>
              <a:t>기기 (ESP32-S3)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1576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버튼을 인터럽트로 잡고, 채터링을 거르고, 프레임으로 포장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83280"/>
            <a:ext cx="10515600" cy="11430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76200" cy="1143000"/>
          </a:xfrm>
          <a:prstGeom prst="rect">
            <a:avLst/>
          </a:prstGeom>
          <a:solidFill>
            <a:srgbClr val="1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0273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01418"/>
                </a:solidFill>
                <a:latin typeface="Apple SD Gothic Neo"/>
              </a:rPr>
              <a:t>VKP v1 프로토콜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4164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CRC16 서명 · ACK 재전송 · SEQ 중복 제거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09160"/>
            <a:ext cx="10515600" cy="11430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22960" y="4709160"/>
            <a:ext cx="76200" cy="1143000"/>
          </a:xfrm>
          <a:prstGeom prst="rect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928616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01418"/>
                </a:solidFill>
                <a:latin typeface="Apple SD Gothic Neo"/>
              </a:rPr>
              <a:t>안드로이드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67528"/>
            <a:ext cx="9692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프레임 해석 · 앱 실행 · 진동 피드백 · 자가진단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57D0"/>
                </a:solidFill>
                <a:latin typeface="Apple SD Gothic Neo"/>
              </a:rPr>
              <a:t>기기는 '전선'이 아니라 스스로 판단하고 책임지는 노드입니다.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기기 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폴링하지 않습니다 — 눌린 순간을 인터럽트로 잡습니다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8600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2542032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버튼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99232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1505E"/>
                </a:solidFill>
                <a:latin typeface="Menlo"/>
              </a:rPr>
              <a:t>D0·D1·D2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269748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57D0"/>
                </a:solidFill>
                <a:latin typeface="Apple SD Gothic Ne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15184" y="228600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15184" y="2542032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인터럽트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2999232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1505E"/>
                </a:solidFill>
                <a:latin typeface="Menlo"/>
              </a:rPr>
              <a:t>IRAM_ATTR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69748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57D0"/>
                </a:solidFill>
                <a:latin typeface="Apple SD Gothic Ne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28600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0" y="2542032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99232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1505E"/>
                </a:solidFill>
                <a:latin typeface="Menlo"/>
              </a:rPr>
              <a:t>FreeRTOS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69748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57D0"/>
                </a:solidFill>
                <a:latin typeface="Apple SD Gothic Ne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8816" y="228600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28816" y="2542032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입력 태스크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999232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1505E"/>
                </a:solidFill>
                <a:latin typeface="Menlo"/>
              </a:rPr>
              <a:t>10ms · core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9748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57D0"/>
                </a:solidFill>
                <a:latin typeface="Apple SD Gothic Ne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85632" y="228600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85632" y="2542032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프로토콜 태스크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2999232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1505E"/>
                </a:solidFill>
                <a:latin typeface="Menlo"/>
              </a:rPr>
              <a:t>5ms · core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6416" y="269748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B57D0"/>
                </a:solidFill>
                <a:latin typeface="Apple SD Gothic Ne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42448" y="2286000"/>
            <a:ext cx="1700784" cy="12344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442448" y="2542032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USB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42448" y="2999232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1505E"/>
                </a:solidFill>
                <a:latin typeface="Menlo"/>
              </a:rPr>
              <a:t>CDC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977639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57D0"/>
                </a:solidFill>
                <a:latin typeface="Apple SD Gothic Neo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977639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1505E"/>
                </a:solidFill>
                <a:latin typeface="Apple SD Gothic Neo"/>
              </a:rPr>
              <a:t>인터럽트가 눌린 시각을 마이크로초 단위로 기록합니다 — 지연을 잴 수 있는 이유입니다.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544567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57D0"/>
                </a:solidFill>
                <a:latin typeface="Apple SD Gothic Neo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544567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1505E"/>
                </a:solidFill>
                <a:latin typeface="Apple SD Gothic Neo"/>
              </a:rPr>
              <a:t>채터링(접점 떨림) 25ms는 입력 태스크가 걸러 냅니다. 떨리는 손도 한 번으로 셉니다.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111495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B57D0"/>
                </a:solidFill>
                <a:latin typeface="Apple SD Gothic Neo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111495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1505E"/>
                </a:solidFill>
                <a:latin typeface="Apple SD Gothic Neo"/>
              </a:rPr>
              <a:t>태스크 두 개를 코어 1에 고정해, 입력 처리와 통신이 서로를 기다리지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직접 만든 통신 규격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VKP v1 — 전선으로 그냥 보내지 않습니다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143000" cy="13716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487168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7D0"/>
                </a:solidFill>
                <a:latin typeface="Menlo"/>
              </a:rPr>
              <a:t>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3580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시작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2" y="2240280"/>
            <a:ext cx="1234440" cy="13716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084832" y="2487168"/>
            <a:ext cx="1234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7D0"/>
                </a:solidFill>
                <a:latin typeface="Menlo"/>
              </a:rPr>
              <a:t>SEQ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3035808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순번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2240280"/>
            <a:ext cx="1325880" cy="13716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144" y="2487168"/>
            <a:ext cx="1325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7D0"/>
                </a:solidFill>
                <a:latin typeface="Menlo"/>
              </a:rP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3035808"/>
            <a:ext cx="1325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종류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82896" y="2240280"/>
            <a:ext cx="1143000" cy="13716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82896" y="2487168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7D0"/>
                </a:solidFill>
                <a:latin typeface="Menlo"/>
              </a:rPr>
              <a:t>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303580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길이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24028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44768" y="248716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7D0"/>
                </a:solidFill>
                <a:latin typeface="Menlo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303580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버튼·방식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2240280"/>
            <a:ext cx="1645920" cy="13716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58200" y="2487168"/>
            <a:ext cx="1645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7D0"/>
                </a:solidFill>
                <a:latin typeface="Menlo"/>
              </a:rPr>
              <a:t>CRC16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03580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검사값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22992" y="2240280"/>
            <a:ext cx="1143000" cy="13716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22992" y="2487168"/>
            <a:ext cx="1143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7D0"/>
                </a:solidFill>
                <a:latin typeface="Menlo"/>
              </a:rPr>
              <a:t>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3035808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3767328"/>
            <a:ext cx="6035040" cy="508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4831" y="393192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57D0"/>
                </a:solidFill>
                <a:latin typeface="Apple SD Gothic Neo"/>
              </a:rPr>
              <a:t>이 구간을 CRC-16/CCITT-FALSE 로 계산해 서명합니다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4572000"/>
            <a:ext cx="10515600" cy="15240"/>
          </a:xfrm>
          <a:prstGeom prst="rect">
            <a:avLst/>
          </a:prstGeom>
          <a:solidFill>
            <a:srgbClr val="C9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8006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57D0"/>
                </a:solidFill>
                <a:latin typeface="Apple SD Gothic Neo"/>
              </a:rPr>
              <a:t>프레임 길이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800600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1505E"/>
                </a:solidFill>
                <a:latin typeface="Apple SD Gothic Neo"/>
              </a:rPr>
              <a:t>7 + LEN 바이트 (헤더 4 · CRC 2 · 끝 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1846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57D0"/>
                </a:solidFill>
                <a:latin typeface="Apple SD Gothic Neo"/>
              </a:rPr>
              <a:t>검사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184648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1505E"/>
                </a:solidFill>
                <a:latin typeface="Apple SD Gothic Neo"/>
              </a:rPr>
              <a:t>CRC-16/CCITT-FALSE (다항식 0x1021, 초기값 0xFFFF)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5686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57D0"/>
                </a:solidFill>
                <a:latin typeface="Apple SD Gothic Neo"/>
              </a:rPr>
              <a:t>신뢰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568696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1505E"/>
                </a:solidFill>
                <a:latin typeface="Apple SD Gothic Neo"/>
              </a:rPr>
              <a:t>ACK 미수신 시 최대 3회 재전송 · SEQ 동일 → 폰이 중복 실행 안 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9527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57D0"/>
                </a:solidFill>
                <a:latin typeface="Apple SD Gothic Neo"/>
              </a:rPr>
              <a:t>호환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952744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1505E"/>
                </a:solidFill>
                <a:latin typeface="Apple SD Gothic Neo"/>
              </a:rPr>
              <a:t>구버전 평문 펌웨어도 그대로 동작 (앱이 미분류 바이트로 처리)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신뢰성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틀어진 신호가 앱에 닿지 않게 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01418"/>
                </a:solidFill>
                <a:latin typeface="Apple SD Gothic Neo"/>
              </a:rPr>
              <a:t>손상 주입 시험 — 프레임에 무작위로 비트를 뒤집고 10만 번 반복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57D0"/>
                </a:solidFill>
                <a:latin typeface="Apple SD Gothic Neo"/>
              </a:rPr>
              <a:t>손상 정도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331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57D0"/>
                </a:solidFill>
                <a:latin typeface="Apple SD Gothic Neo"/>
              </a:rPr>
              <a:t>CRC8 (구버전)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331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57D0"/>
                </a:solidFill>
                <a:latin typeface="Apple SD Gothic Neo"/>
              </a:rPr>
              <a:t>CRC16 (현재)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88920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88720" y="293522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1~3 비트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93522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2703A"/>
                </a:solidFill>
                <a:latin typeface="Menlo"/>
              </a:rPr>
              <a:t>0건  (0.000 %)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93522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2703A"/>
                </a:solidFill>
                <a:latin typeface="Menlo"/>
              </a:rPr>
              <a:t>0건  (0.000 %)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47288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88720" y="35935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4~10 비트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935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3261E"/>
                </a:solidFill>
                <a:latin typeface="Menlo"/>
              </a:rPr>
              <a:t>8건  (0.008 %)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59359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2703A"/>
                </a:solidFill>
                <a:latin typeface="Menlo"/>
              </a:rPr>
              <a:t>0건  (0.000 %)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CRC8 이 약해서 바꾼 것이 아닙니다. 1~3 비트 손상은 둘 다 완벽하게 잡습니다.
여러 비트가 한꺼번에 틀어지는 경우에만 차이가 났고, 그 차이가 오실행이므로 CRC16 을 택했습니다.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3A1"/>
                </a:solidFill>
                <a:latin typeface="Menlo"/>
              </a:rPr>
              <a:t>근거: firmware/test/test_vkp.cpp — 고정 시드로 언제든 재현됩니다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스스로를 지켜본다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멈추면 되살아나고, 왜 멈췄는지 보고합니다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15600" cy="932688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88720" y="2404872"/>
            <a:ext cx="146304" cy="146304"/>
          </a:xfrm>
          <a:prstGeom prst="ellipse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23113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01418"/>
                </a:solidFill>
                <a:latin typeface="Apple SD Gothic Neo"/>
              </a:rPr>
              <a:t>태스크 워치독 5초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276856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태스크가 5초간 응답하지 않으면 자동 재시작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36392"/>
            <a:ext cx="10515600" cy="932688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20" y="3483864"/>
            <a:ext cx="146304" cy="146304"/>
          </a:xfrm>
          <a:prstGeom prst="ellipse">
            <a:avLst/>
          </a:prstGeom>
          <a:solidFill>
            <a:srgbClr val="12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31012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01418"/>
                </a:solidFill>
                <a:latin typeface="Apple SD Gothic Neo"/>
              </a:rPr>
              <a:t>재시작 원인 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35584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전원·워치독·패닉·USB 등 16가지를 구분해 폰에 전달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15384"/>
            <a:ext cx="10515600" cy="932688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188720" y="4562856"/>
            <a:ext cx="146304" cy="146304"/>
          </a:xfrm>
          <a:prstGeom prst="ellipse">
            <a:avLst/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3891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01418"/>
                </a:solidFill>
                <a:latin typeface="Apple SD Gothic Neo"/>
              </a:rPr>
              <a:t>놓친 입력 집계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4348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인터럽트 큐에서 흘린 수 + 버퍼에서 만료된 수를 합산 보고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94376"/>
            <a:ext cx="10515600" cy="932688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188720" y="5641848"/>
            <a:ext cx="146304" cy="146304"/>
          </a:xfrm>
          <a:prstGeom prst="ellipse">
            <a:avLst/>
          </a:prstGeom>
          <a:solidFill>
            <a:srgbClr val="41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46811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01418"/>
                </a:solidFill>
                <a:latin typeface="Apple SD Gothic Neo"/>
              </a:rPr>
              <a:t>힙 최저치 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51383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가장 부족했던 순간의 여유 메모리를 기록 — 누수 조기 발견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57D0"/>
                </a:solidFill>
                <a:latin typeface="Apple SD Gothic Neo"/>
              </a:rPr>
              <a:t>숨기지 않는 것이 핵심입니다. 조용히 재시작하면 사용자는 자기 손을 의심하게 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가장 나쁜 고장을 막다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폰이 없을 때 누른 입력을 잃지 않습니다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074920" cy="196596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226771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3261E"/>
                </a:solidFill>
                <a:latin typeface="Apple SD Gothic Neo"/>
              </a:rPr>
              <a:t>예전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4389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링크가 끊겨도 그대로 내보내고
ACK 를 3회 기다리다 버림.
그동안 다음 입력도 함께 사라짐.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11680"/>
            <a:ext cx="5074920" cy="196596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29400" y="226771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2703A"/>
                </a:solidFill>
                <a:latin typeface="Apple SD Gothic Neo"/>
              </a:rPr>
              <a:t>지금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697480"/>
            <a:ext cx="4389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16칸 고리 버퍼에 담아 두고
재연결되면 누른 순서대로 되살림.
밀려난 수는 통계로 보고.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51960"/>
            <a:ext cx="105156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34440" y="44988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B26A00"/>
                </a:solidFill>
                <a:latin typeface="Apple SD Gothic Neo"/>
              </a:rPr>
              <a:t>설계 판단 — 무작정 되살리지 않습니다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93776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10분 전에 누른 '전화'가 재연결되는 순간 갑자기 걸리면 그것은 고장보다 나쁩니다.
10초 안쪽만 되살리고, 그보다 오래된 것은 실행하지 않고 '놓친 입력' 수로만 보고합니다.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저전력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하루 종일 꽂아 두는 물건이므로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01418"/>
                </a:solidFill>
                <a:latin typeface="Apple SD Gothic Neo"/>
              </a:rPr>
              <a:t>USB 기기가 잠드는 것은 위험합니다. 그래서 조건을 좁혔습니다.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074920" cy="22860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8720" y="263347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B57D0"/>
                </a:solidFill>
                <a:latin typeface="Apple SD Gothic Neo"/>
              </a:rPr>
              <a:t>잠드는 조건 (모두 만족)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4389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· 폰이 듣고 있지 않음 (DTR 내려감)
· 버튼이 눌려 있지 않음
· 보낼 것이 남아 있지 않음
· 3초간 조용함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77440"/>
            <a:ext cx="5074920" cy="228600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29400" y="263347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2703A"/>
                </a:solidFill>
                <a:latin typeface="Apple SD Gothic Neo"/>
              </a:rPr>
              <a:t>깨어나는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63240"/>
            <a:ext cx="4389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· 버튼 눌림 (GPIO 로우 레벨)
· 타이머 0.5초
  → 깨어나 DTR 을 다시 확인
  → 앱 재연결을 0.5초 안에 인지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한 번에 0.5초씩만 자는 이유는 워치독입니다. 자는 동안에는 어느 태스크도 워치독을 먹이지
못하므로, 슬라이스가 워치독 시간(5초)을 넘으면 멀쩡한 기기가 재시작해 버립니다.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8B93A1"/>
                </a:solidFill>
                <a:latin typeface="Menlo"/>
              </a:rPr>
              <a:t>대기 전류  측정 예정  →  절전 측정 예정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지어낸 숫자는 없습니다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2487168" cy="16916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24871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B57D0"/>
                </a:solidFill>
                <a:latin typeface="Apple SD Gothic Neo"/>
              </a:rPr>
              <a:t>112</a:t>
            </a:r>
            <a:r>
              <a:rPr sz="2000" b="1">
                <a:solidFill>
                  <a:srgbClr val="0B57D0"/>
                </a:solidFill>
                <a:latin typeface="Apple SD Gothic Neo"/>
              </a:rPr>
              <a:t>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자동 테스트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41505E"/>
                </a:solidFill>
                <a:latin typeface="Menlo"/>
              </a:rPr>
              <a:t>펌웨어 64 + 앱 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965960"/>
            <a:ext cx="2487168" cy="16916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02152" y="2212848"/>
            <a:ext cx="24871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B57D0"/>
                </a:solidFill>
                <a:latin typeface="Apple SD Gothic Neo"/>
              </a:rPr>
              <a:t>8.6</a:t>
            </a:r>
            <a:r>
              <a:rPr sz="2000" b="1">
                <a:solidFill>
                  <a:srgbClr val="0B57D0"/>
                </a:solidFill>
                <a:latin typeface="Apple SD Gothic Neo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907792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플래시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246120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41505E"/>
                </a:solidFill>
                <a:latin typeface="Menlo"/>
              </a:rPr>
              <a:t>287,025 / 3,342,336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965960"/>
            <a:ext cx="2487168" cy="16916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81344" y="2212848"/>
            <a:ext cx="24871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B57D0"/>
                </a:solidFill>
                <a:latin typeface="Apple SD Gothic Neo"/>
              </a:rPr>
              <a:t>7.0</a:t>
            </a:r>
            <a:r>
              <a:rPr sz="2000" b="1">
                <a:solidFill>
                  <a:srgbClr val="0B57D0"/>
                </a:solidFill>
                <a:latin typeface="Apple SD Gothic Neo"/>
              </a:rPr>
              <a:t>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907792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RAM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3246120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41505E"/>
                </a:solidFill>
                <a:latin typeface="Menlo"/>
              </a:rPr>
              <a:t>22,888 / 327,680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0536" y="1965960"/>
            <a:ext cx="2487168" cy="1691640"/>
          </a:xfrm>
          <a:prstGeom prst="roundRect">
            <a:avLst>
              <a:gd name="adj" fmla="val 6000"/>
            </a:avLst>
          </a:prstGeom>
          <a:solidFill>
            <a:srgbClr val="EDF2FB"/>
          </a:solidFill>
          <a:ln w="15875">
            <a:solidFill>
              <a:srgbClr val="C9D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60536" y="2212848"/>
            <a:ext cx="248716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B57D0"/>
                </a:solidFill>
                <a:latin typeface="Apple SD Gothic Neo"/>
              </a:rPr>
              <a:t>14,690</a:t>
            </a:r>
            <a:r>
              <a:rPr sz="2000" b="1">
                <a:solidFill>
                  <a:srgbClr val="0B57D0"/>
                </a:solidFill>
                <a:latin typeface="Apple SD Gothic Neo"/>
              </a:rPr>
              <a:t>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2907792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01418"/>
                </a:solidFill>
                <a:latin typeface="Apple SD Gothic Neo"/>
              </a:rPr>
              <a:t>부품값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3246120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41505E"/>
                </a:solidFill>
                <a:latin typeface="Menlo"/>
              </a:rPr>
              <a:t>5종 · XIAO ESP32-S3 포함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977639"/>
            <a:ext cx="10515600" cy="15240"/>
          </a:xfrm>
          <a:prstGeom prst="rect">
            <a:avLst/>
          </a:prstGeom>
          <a:solidFill>
            <a:srgbClr val="C9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01418"/>
                </a:solidFill>
                <a:latin typeface="Apple SD Gothic Neo"/>
              </a:rPr>
              <a:t>실기기 측정 (HIL)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177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01418"/>
                </a:solidFill>
                <a:latin typeface="Apple SD Gothic Neo"/>
              </a:rPr>
              <a:t>접점 → USB 송출 지연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6177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93A1"/>
                </a:solidFill>
                <a:latin typeface="Menlo"/>
              </a:rPr>
              <a:t>측정 예정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6177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목표 &lt; 5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749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01418"/>
                </a:solidFill>
                <a:latin typeface="Apple SD Gothic Neo"/>
              </a:rPr>
              <a:t>프레임 오류율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074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93A1"/>
                </a:solidFill>
                <a:latin typeface="Menlo"/>
              </a:rPr>
              <a:t>측정 예정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0749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목표 &lt; 0.1 %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3212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01418"/>
                </a:solidFill>
                <a:latin typeface="Apple SD Gothic Neo"/>
              </a:rPr>
              <a:t>오실행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55321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93A1"/>
                </a:solidFill>
                <a:latin typeface="Menlo"/>
              </a:rPr>
              <a:t>측정 예정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532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목표 0 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10819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Menlo"/>
              </a:rPr>
              <a:t>측정 도구: firmware/tools/measure.py — 앱과 같은 규칙으로 CRC 검사·ACK 응답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규정 제10조 ③ 개선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2.0 대비 무엇이 달라졌나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83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8B93A1"/>
                </a:solidFill>
                <a:latin typeface="Apple SD Gothic Neo"/>
              </a:rPr>
              <a:t>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7830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3.1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418"/>
                </a:solidFill>
                <a:latin typeface="Apple SD Gothic Neo"/>
              </a:rPr>
              <a:t>기기 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3055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평문 문자열을 흘려보내는 전선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3055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프레임을 조립·서명·재전송하는 노드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7919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418"/>
                </a:solidFill>
                <a:latin typeface="Apple SD Gothic Neo"/>
              </a:rPr>
              <a:t>입력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7919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폴링 + 손 뗄 때까지 블로킹 대기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7919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인터럽트 + FreeRTOS 태스크 2개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2783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418"/>
                </a:solidFill>
                <a:latin typeface="Apple SD Gothic Neo"/>
              </a:rPr>
              <a:t>짧게/길게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2783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구조적으로 구분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22783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0.7초 기준으로 구분 (버튼 3개 → 6가지)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7647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418"/>
                </a:solidFill>
                <a:latin typeface="Apple SD Gothic Neo"/>
              </a:rPr>
              <a:t>오류 검출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77647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7647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CRC16 + ACK 재전송 + SEQ 중복 제거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2511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418"/>
                </a:solidFill>
                <a:latin typeface="Apple SD Gothic Neo"/>
              </a:rPr>
              <a:t>고장 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32511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32511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워치독 5초 · 재시작 원인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7375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418"/>
                </a:solidFill>
                <a:latin typeface="Apple SD Gothic Neo"/>
              </a:rPr>
              <a:t>입력 유실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87375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폰 없으면 사라짐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87375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16칸 버퍼 + 조건부 재생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2239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418"/>
                </a:solidFill>
                <a:latin typeface="Apple SD Gothic Neo"/>
              </a:rPr>
              <a:t>전력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2239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항상 활성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42239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조건부 light sleep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97103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418"/>
                </a:solidFill>
                <a:latin typeface="Apple SD Gothic Neo"/>
              </a:rPr>
              <a:t>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97103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93A1"/>
                </a:solidFill>
                <a:latin typeface="Apple SD Gothic Neo"/>
              </a:rPr>
              <a:t>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971032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1505E"/>
                </a:solidFill>
                <a:latin typeface="Apple SD Gothic Neo"/>
              </a:rPr>
              <a:t>자동 테스트 112개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57D0"/>
                </a:solidFill>
                <a:latin typeface="Apple SD Gothic Neo"/>
              </a:rP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01418"/>
                </a:solidFill>
                <a:latin typeface="Apple SD Gothic Neo"/>
              </a:rPr>
              <a:t>왜 이것이 임베디드 소프트웨어인가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57D0"/>
                </a:solidFill>
                <a:latin typeface="Apple SD Gothic Neo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01418"/>
                </a:solidFill>
                <a:latin typeface="Apple SD Gothic Neo"/>
              </a:rPr>
              <a:t>입력을 만드는 쪽이 기기입니다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22576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화면이 아니라 물리 접점에서 시작하고, 그 순간을 인터럽트로 잡습니다.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4436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57D0"/>
                </a:solidFill>
                <a:latin typeface="Apple SD Gothic Neo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44368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01418"/>
                </a:solidFill>
                <a:latin typeface="Apple SD Gothic Neo"/>
              </a:rPr>
              <a:t>통신 규격을 직접 정했습니다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4670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프레임·검사·재전송·중복 제거를 양쪽에 같은 규칙으로 구현했습니다.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6849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57D0"/>
                </a:solidFill>
                <a:latin typeface="Apple SD Gothic Neo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68496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01418"/>
                </a:solidFill>
                <a:latin typeface="Apple SD Gothic Neo"/>
              </a:rPr>
              <a:t>기기가 스스로를 책임집니다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70832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멈추면 되살아나고, 왜 멈췄는지 보고하고, 못 보낸 입력을 쥐고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92624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57D0"/>
                </a:solidFill>
                <a:latin typeface="Apple SD Gothic Neo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9262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01418"/>
                </a:solidFill>
                <a:latin typeface="Apple SD Gothic Neo"/>
              </a:rPr>
              <a:t>쓰는 사람이 어르신입니다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94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1505E"/>
                </a:solidFill>
                <a:latin typeface="Apple SD Gothic Neo"/>
              </a:rPr>
              <a:t>기술 선택마다 '틀리게 동작하느니 아무것도 안 하는 편이 낫다'를 택했습니다.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989320"/>
            <a:ext cx="10515600" cy="15240"/>
          </a:xfrm>
          <a:prstGeom prst="rect">
            <a:avLst/>
          </a:prstGeom>
          <a:solidFill>
            <a:srgbClr val="C9D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B93A1"/>
                </a:solidFill>
                <a:latin typeface="Apple SD Gothic Neo"/>
              </a:rPr>
              <a:t>바이브키 · 팀 뚝딱뚝딱 · 2026 임베디드SW 경진대회 · 자유공모 부문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